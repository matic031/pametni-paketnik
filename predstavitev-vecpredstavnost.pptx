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FLoCIC kompresija v projektu Pametni Paketnik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Matic Majerič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25. januar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FLoCIC Algoritem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Brezizgubna</a:t>
            </a:r>
            <a:r>
              <a:rPr/>
              <a:t> kompresija sivinskih slik</a:t>
            </a:r>
          </a:p>
          <a:p>
            <a:pPr lvl="0"/>
            <a:r>
              <a:rPr/>
              <a:t>JPEG-LS MED prediktor</a:t>
            </a:r>
          </a:p>
          <a:p>
            <a:pPr lvl="0"/>
            <a:r>
              <a:rPr/>
              <a:t>Interpolativno kodiranje</a:t>
            </a:r>
          </a:p>
          <a:p>
            <a:pPr lvl="0"/>
            <a:r>
              <a:rPr/>
              <a:t>Pretvorba napak v kumulativne vrednosti</a:t>
            </a:r>
          </a:p>
        </p:txBody>
      </p:sp>
      <p:pic>
        <p:nvPicPr>
          <p:cNvPr descr="./screenshots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57800" y="1193800"/>
            <a:ext cx="2819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Integracija v projekt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Modul </a:t>
            </a:r>
            <a:r>
              <a:rPr>
                <a:latin typeface="Courier"/>
              </a:rPr>
              <a:t>compression/</a:t>
            </a:r>
            <a:r>
              <a:rPr/>
              <a:t> v projektu</a:t>
            </a:r>
          </a:p>
          <a:p>
            <a:pPr lvl="0"/>
            <a:r>
              <a:rPr/>
              <a:t>Avtomatska kompresija ob registraciji</a:t>
            </a:r>
          </a:p>
          <a:p>
            <a:pPr lvl="0"/>
            <a:r>
              <a:rPr/>
              <a:t>Arhiviranje slik obrazov (.fic format)</a:t>
            </a:r>
          </a:p>
          <a:p>
            <a:pPr lvl="0"/>
            <a:r>
              <a:rPr/>
              <a:t>Povezava z Face Recognition API</a:t>
            </a:r>
          </a:p>
        </p:txBody>
      </p:sp>
      <p:pic>
        <p:nvPicPr>
          <p:cNvPr descr="./screenshots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41500"/>
            <a:ext cx="4038600" cy="209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Slika → sivinska 128x128</a:t>
            </a:r>
          </a:p>
          <a:p>
            <a:pPr lvl="0"/>
            <a:r>
              <a:rPr/>
              <a:t>Kompresija z FLoCIC</a:t>
            </a:r>
          </a:p>
          <a:p>
            <a:pPr lvl="0"/>
            <a:r>
              <a:rPr/>
              <a:t>Shranjevanje v </a:t>
            </a:r>
            <a:r>
              <a:rPr>
                <a:latin typeface="Courier"/>
              </a:rPr>
              <a:t>data_storage/</a:t>
            </a:r>
          </a:p>
          <a:p>
            <a:pPr lvl="0"/>
            <a:r>
              <a:rPr/>
              <a:t>API vrne podatke o kompresiji</a:t>
            </a:r>
          </a:p>
        </p:txBody>
      </p:sp>
      <p:pic>
        <p:nvPicPr>
          <p:cNvPr descr="./screenshots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146300"/>
            <a:ext cx="4038600" cy="149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Shramba kompresiranih slik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Format: </a:t>
            </a:r>
            <a:r>
              <a:rPr>
                <a:latin typeface="Courier"/>
              </a:rPr>
              <a:t>{user}_{timestamp}.fic</a:t>
            </a:r>
          </a:p>
          <a:p>
            <a:pPr lvl="0"/>
            <a:r>
              <a:rPr/>
              <a:t>Lokacija: </a:t>
            </a:r>
            <a:r>
              <a:rPr>
                <a:latin typeface="Courier"/>
              </a:rPr>
              <a:t>compressed_faces/</a:t>
            </a:r>
          </a:p>
          <a:p>
            <a:pPr lvl="0"/>
            <a:r>
              <a:rPr/>
              <a:t>Endpoint za statistiko</a:t>
            </a:r>
          </a:p>
          <a:p>
            <a:pPr lvl="0"/>
            <a:r>
              <a:rPr/>
              <a:t>Možnost dekompresije</a:t>
            </a:r>
          </a:p>
        </p:txBody>
      </p:sp>
      <p:pic>
        <p:nvPicPr>
          <p:cNvPr descr="./screenshots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146300"/>
            <a:ext cx="4038600" cy="148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Rezultati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Razmerje:</a:t>
            </a:r>
            <a:r>
              <a:rPr/>
              <a:t> ~2.5x kompresija</a:t>
            </a:r>
          </a:p>
          <a:p>
            <a:pPr lvl="0"/>
            <a:r>
              <a:rPr b="1"/>
              <a:t>Prihranek:</a:t>
            </a:r>
            <a:r>
              <a:rPr/>
              <a:t> ~60% prostora</a:t>
            </a:r>
          </a:p>
          <a:p>
            <a:pPr lvl="0"/>
            <a:r>
              <a:rPr b="1"/>
              <a:t>Brezizgubno:</a:t>
            </a:r>
            <a:r>
              <a:rPr/>
              <a:t> originalna kvaliteta</a:t>
            </a:r>
          </a:p>
          <a:p>
            <a:pPr lvl="0"/>
            <a:r>
              <a:rPr b="1"/>
              <a:t>Avtomatizirano:</a:t>
            </a:r>
            <a:r>
              <a:rPr/>
              <a:t> ob vsaki registraciji</a:t>
            </a:r>
          </a:p>
        </p:txBody>
      </p:sp>
      <p:pic>
        <p:nvPicPr>
          <p:cNvPr descr="./screenshots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778000"/>
            <a:ext cx="40386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FLoCIC kompresija v projektu Pametni Paketnik</dc:title>
  <dc:creator>Matic Majerič</dc:creator>
  <cp:keywords/>
  <dcterms:created xsi:type="dcterms:W3CDTF">2026-01-25T08:40:34Z</dcterms:created>
  <dcterms:modified xsi:type="dcterms:W3CDTF">2026-01-25T08:40:34Z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25. januar 2026</vt:lpwstr>
  </property>
</Properties>
</file>